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64" r:id="rId4"/>
    <p:sldId id="271" r:id="rId5"/>
    <p:sldId id="268" r:id="rId6"/>
    <p:sldId id="263" r:id="rId7"/>
    <p:sldId id="262" r:id="rId8"/>
    <p:sldId id="265" r:id="rId9"/>
    <p:sldId id="260" r:id="rId10"/>
    <p:sldId id="267" r:id="rId11"/>
    <p:sldId id="259" r:id="rId12"/>
    <p:sldId id="258" r:id="rId13"/>
    <p:sldId id="273" r:id="rId14"/>
    <p:sldId id="269" r:id="rId15"/>
    <p:sldId id="270" r:id="rId16"/>
    <p:sldId id="272" r:id="rId17"/>
    <p:sldId id="274" r:id="rId18"/>
    <p:sldId id="275" r:id="rId19"/>
    <p:sldId id="266" r:id="rId20"/>
  </p:sldIdLst>
  <p:sldSz cx="122523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86" y="-96"/>
      </p:cViewPr>
      <p:guideLst>
        <p:guide orient="horz" pos="2160"/>
        <p:guide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3B4B9-19C8-4D88-A81B-1AF026B742CE}" type="datetimeFigureOut">
              <a:rPr lang="en-US" smtClean="0"/>
              <a:pPr/>
              <a:t>3/12/2022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6713" y="685800"/>
            <a:ext cx="61245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C3866-F048-47E6-B19C-19FE659BD8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6561" y="2130426"/>
            <a:ext cx="9626839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7849" y="3886200"/>
            <a:ext cx="857662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682E-1059-4BBF-A6A5-E6AA44C1FB2C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562" y="4419600"/>
            <a:ext cx="1041447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6562" y="2895600"/>
            <a:ext cx="1041447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D0E3-FE45-4E58-8C26-67B2F5A691EE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2762" y="1600201"/>
            <a:ext cx="5181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69162" y="1600200"/>
            <a:ext cx="48006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63D9-083E-48A1-826A-2B73340645D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562" y="274638"/>
            <a:ext cx="993314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6562" y="1535113"/>
            <a:ext cx="47244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06562" y="2209800"/>
            <a:ext cx="47244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59562" y="1535113"/>
            <a:ext cx="498014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59562" y="2209800"/>
            <a:ext cx="498014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E474-2576-4921-9658-7BC1781A5C93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75C0-EC72-4786-8EBE-3655A0A32E22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836-9103-4127-A443-478E5000D241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17" y="273050"/>
            <a:ext cx="40309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0319" y="273051"/>
            <a:ext cx="684939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17" y="1435101"/>
            <a:ext cx="40309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55314-BAFE-4E9B-9D8C-6A8041330860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541" y="4800600"/>
            <a:ext cx="73513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541" y="612775"/>
            <a:ext cx="73513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1541" y="5367338"/>
            <a:ext cx="73513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7E0A-E2AD-4049-8ED9-397DC9A4D094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5790-0676-4E8F-AEC6-B8E58E2442F9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03474" y="274639"/>
            <a:ext cx="369271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1076" y="274639"/>
            <a:ext cx="1087819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139C0-57C9-460B-B752-44B8DC400230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630362" y="0"/>
            <a:ext cx="10621963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06562" y="274638"/>
            <a:ext cx="993314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6562" y="1600201"/>
            <a:ext cx="993314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2616" y="6356351"/>
            <a:ext cx="285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9F6B1-0ED3-4336-AF95-752B85CAD50D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6211" y="6356351"/>
            <a:ext cx="38799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0833" y="6356351"/>
            <a:ext cx="285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45FD5-0F2D-4BAC-80CE-EBB1AFBA8C5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vepik_com-500493755-modern-high-tech-design.jpg"/>
          <p:cNvPicPr>
            <a:picLocks noChangeAspect="1"/>
          </p:cNvPicPr>
          <p:nvPr userDrawn="1"/>
        </p:nvPicPr>
        <p:blipFill>
          <a:blip r:embed="rId13" cstate="print"/>
          <a:srcRect t="69032"/>
          <a:stretch>
            <a:fillRect/>
          </a:stretch>
        </p:blipFill>
        <p:spPr>
          <a:xfrm rot="5400000">
            <a:off x="-2613819" y="2613819"/>
            <a:ext cx="6858000" cy="16303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4762" y="228600"/>
            <a:ext cx="8305799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/>
              <a:t>Smart Office with </a:t>
            </a:r>
            <a:r>
              <a:rPr lang="en-US" b="1" dirty="0" err="1" smtClean="0"/>
              <a:t>IoT</a:t>
            </a:r>
            <a:endParaRPr lang="en-US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620962" y="2819400"/>
            <a:ext cx="7391400" cy="838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Submitted By: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BEF2FC8-1F59-4B1B-84ED-2D2AC273DF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33125" y="0"/>
            <a:ext cx="1219200" cy="121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883C261-D15C-4A4A-BB0F-FFE8ED4E4AF5}"/>
              </a:ext>
            </a:extLst>
          </p:cNvPr>
          <p:cNvSpPr txBox="1"/>
          <p:nvPr/>
        </p:nvSpPr>
        <p:spPr>
          <a:xfrm>
            <a:off x="3459162" y="1676400"/>
            <a:ext cx="5945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    Course </a:t>
            </a:r>
            <a:r>
              <a:rPr lang="en-US" dirty="0"/>
              <a:t>Title</a:t>
            </a:r>
            <a:r>
              <a:rPr lang="en-US" dirty="0" smtClean="0"/>
              <a:t>: Computer Networking Lab</a:t>
            </a:r>
            <a:endParaRPr lang="en-US" dirty="0"/>
          </a:p>
          <a:p>
            <a:pPr algn="ctr"/>
            <a:r>
              <a:rPr lang="en-US" dirty="0"/>
              <a:t>Course Code</a:t>
            </a:r>
            <a:r>
              <a:rPr lang="en-US" dirty="0" smtClean="0"/>
              <a:t>: CSE-312 </a:t>
            </a:r>
            <a:endParaRPr lang="en-US" dirty="0"/>
          </a:p>
          <a:p>
            <a:pPr algn="ctr"/>
            <a:r>
              <a:rPr lang="en-US" dirty="0"/>
              <a:t>Section</a:t>
            </a:r>
            <a:r>
              <a:rPr lang="en-US" dirty="0" smtClean="0"/>
              <a:t>: 191DI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459162" y="4724400"/>
            <a:ext cx="5945187" cy="13498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Submitted To: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Md.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Mamunur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Rahman</a:t>
            </a:r>
            <a:endParaRPr kumimoji="0" lang="en-US" sz="2000" b="0" i="0" u="none" strike="noStrike" kern="1200" cap="none" spc="0" normalizeH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Lecturer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Green </a:t>
            </a:r>
            <a:r>
              <a:rPr lang="en-US" sz="2000" dirty="0" smtClean="0"/>
              <a:t>University of Bangladesh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21162" y="3429000"/>
          <a:ext cx="4648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133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Name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Umme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chemeClr val="tx1"/>
                          </a:solidFill>
                        </a:rPr>
                        <a:t>Loara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191002187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Syed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Sabbir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Hasan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191002119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E93F-A046-4B75-898B-72E8E2097EBA}" type="datetime1">
              <a:rPr lang="en-US" smtClean="0"/>
              <a:pPr/>
              <a:t>3/12/2022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</a:p>
          <a:p>
            <a:r>
              <a:rPr lang="en-US" dirty="0" smtClean="0"/>
              <a:t>Computer Configuration</a:t>
            </a:r>
          </a:p>
          <a:p>
            <a:r>
              <a:rPr lang="en-US" dirty="0" smtClean="0"/>
              <a:t>SMTP Configuration</a:t>
            </a:r>
          </a:p>
          <a:p>
            <a:r>
              <a:rPr lang="en-US" dirty="0" smtClean="0"/>
              <a:t>DNS Configuration</a:t>
            </a:r>
          </a:p>
          <a:p>
            <a:r>
              <a:rPr lang="en-US" dirty="0" smtClean="0"/>
              <a:t>FTP Configuration</a:t>
            </a:r>
          </a:p>
          <a:p>
            <a:r>
              <a:rPr lang="en-US" dirty="0" smtClean="0"/>
              <a:t>Serial &amp; </a:t>
            </a:r>
            <a:r>
              <a:rPr lang="en-US" dirty="0" err="1" smtClean="0"/>
              <a:t>FastEthernet</a:t>
            </a:r>
            <a:r>
              <a:rPr lang="en-US" dirty="0" smtClean="0"/>
              <a:t> Configuration</a:t>
            </a:r>
          </a:p>
          <a:p>
            <a:r>
              <a:rPr lang="en-US" dirty="0" smtClean="0"/>
              <a:t>Routing RIP Configuration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</a:p>
          <a:p>
            <a:r>
              <a:rPr lang="en-US" dirty="0" smtClean="0"/>
              <a:t>Controlling with Smartphone</a:t>
            </a:r>
          </a:p>
          <a:p>
            <a:r>
              <a:rPr lang="en-US" dirty="0" smtClean="0"/>
              <a:t>Coding for Fire</a:t>
            </a:r>
          </a:p>
          <a:p>
            <a:r>
              <a:rPr lang="en-US" dirty="0" smtClean="0"/>
              <a:t>Coding For Controlling Security</a:t>
            </a:r>
          </a:p>
          <a:p>
            <a:r>
              <a:rPr lang="en-US" dirty="0" smtClean="0"/>
              <a:t>Pairing for Portable Music Player</a:t>
            </a:r>
          </a:p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 smart office monitoring system is to be considered with one entity in mind that is of full probable of workforce. </a:t>
            </a:r>
          </a:p>
          <a:p>
            <a:pPr algn="just"/>
            <a:r>
              <a:rPr lang="en-US" sz="2000" dirty="0" smtClean="0"/>
              <a:t>It’s not rocketry just innovative thinking and new technology that best fits people’s needs. </a:t>
            </a:r>
          </a:p>
          <a:p>
            <a:pPr algn="just"/>
            <a:r>
              <a:rPr lang="en-US" sz="2000" dirty="0" smtClean="0"/>
              <a:t>Office monitoring among other things facilitates easy documentation and real time communication. Smart office monitoring system complete on lighting, door-access, room controlling, fire detection, and SMTP, FTP, Routing is construct for the security and promote the satisfactions of the employees.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89C1-3641-498D-848D-63187BCB61BA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Overall Scenario</a:t>
            </a:r>
            <a:endParaRPr lang="en-US" dirty="0"/>
          </a:p>
        </p:txBody>
      </p:sp>
      <p:pic>
        <p:nvPicPr>
          <p:cNvPr id="8" name="Content Placeholder 7" descr="241521161_1080274189385261_5247806920610454435_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92362" y="1676400"/>
            <a:ext cx="8458200" cy="39243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706562" y="274638"/>
            <a:ext cx="10058400" cy="792162"/>
          </a:xfrm>
        </p:spPr>
        <p:txBody>
          <a:bodyPr/>
          <a:lstStyle/>
          <a:p>
            <a:r>
              <a:rPr lang="en-US" b="1" dirty="0" smtClean="0"/>
              <a:t>Computer Configuration</a:t>
            </a:r>
            <a:endParaRPr 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514D-B1BC-41B4-A29E-A16D1ECCD608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 descr="useri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35162" y="1143000"/>
            <a:ext cx="4724772" cy="5153745"/>
          </a:xfrm>
          <a:prstGeom prst="rect">
            <a:avLst/>
          </a:prstGeom>
        </p:spPr>
      </p:pic>
      <p:pic>
        <p:nvPicPr>
          <p:cNvPr id="5" name="Picture 4" descr="usmai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5762" y="1143000"/>
            <a:ext cx="4953000" cy="5210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Mail Configuration</a:t>
            </a:r>
            <a:endParaRPr lang="en-US" b="1" dirty="0"/>
          </a:p>
        </p:txBody>
      </p:sp>
      <p:pic>
        <p:nvPicPr>
          <p:cNvPr id="7" name="Content Placeholder 6" descr="mail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11962" y="1600200"/>
            <a:ext cx="4633330" cy="47244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955B0-17B0-4F5B-9AD9-120191BEF702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3162" y="6324600"/>
            <a:ext cx="2858876" cy="365125"/>
          </a:xfrm>
        </p:spPr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maili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58962" y="1600200"/>
            <a:ext cx="4800600" cy="46870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DNS Configuration</a:t>
            </a:r>
            <a:endParaRPr lang="en-US" b="1" dirty="0"/>
          </a:p>
        </p:txBody>
      </p:sp>
      <p:pic>
        <p:nvPicPr>
          <p:cNvPr id="7" name="Content Placeholder 6" descr="dnsip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35162" y="1447800"/>
            <a:ext cx="4642227" cy="45259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C309-5AC4-4713-AEE6-78783EF6996A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dn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11962" y="1447800"/>
            <a:ext cx="4648945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FTP Configuration</a:t>
            </a:r>
            <a:endParaRPr lang="en-US" b="1" dirty="0"/>
          </a:p>
        </p:txBody>
      </p:sp>
      <p:pic>
        <p:nvPicPr>
          <p:cNvPr id="7" name="Content Placeholder 6" descr="ftp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16362" y="1600200"/>
            <a:ext cx="5334000" cy="45259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4CB-6199-4ABD-80D0-3A1BCB6F7C75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Serial &amp; </a:t>
            </a:r>
            <a:r>
              <a:rPr lang="en-US" b="1" dirty="0" err="1" smtClean="0"/>
              <a:t>FastEthernet</a:t>
            </a:r>
            <a:r>
              <a:rPr lang="en-US" b="1" dirty="0" smtClean="0"/>
              <a:t> Configuration</a:t>
            </a:r>
            <a:endParaRPr lang="en-US" b="1" dirty="0"/>
          </a:p>
        </p:txBody>
      </p:sp>
      <p:pic>
        <p:nvPicPr>
          <p:cNvPr id="9" name="Content Placeholder 8" descr="se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11362" y="1676400"/>
            <a:ext cx="4650531" cy="4525963"/>
          </a:xfr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2C444-941C-4DC2-875D-65146EBD81C4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pic>
        <p:nvPicPr>
          <p:cNvPr id="10" name="Picture 9" descr="eth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88162" y="1676400"/>
            <a:ext cx="4706092" cy="4544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Routing RIP Configuration</a:t>
            </a:r>
            <a:endParaRPr lang="en-US" b="1" dirty="0"/>
          </a:p>
        </p:txBody>
      </p:sp>
      <p:pic>
        <p:nvPicPr>
          <p:cNvPr id="12" name="Content Placeholder 11" descr="RIP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39962" y="1524000"/>
            <a:ext cx="5181600" cy="4525963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9D29-E1FF-459D-A712-2F7C2A282FBD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 descr="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73962" y="1524000"/>
            <a:ext cx="4038600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Message Success Checking</a:t>
            </a:r>
            <a:endParaRPr lang="en-US" b="1" dirty="0"/>
          </a:p>
        </p:txBody>
      </p:sp>
      <p:pic>
        <p:nvPicPr>
          <p:cNvPr id="8" name="Content Placeholder 7" descr="mailms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35362" y="1600200"/>
            <a:ext cx="5410200" cy="452596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DE6-27D8-43C1-B0E9-37ACF7EA9019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FTP Output</a:t>
            </a:r>
            <a:endParaRPr lang="en-US" b="1" dirty="0"/>
          </a:p>
        </p:txBody>
      </p:sp>
      <p:pic>
        <p:nvPicPr>
          <p:cNvPr id="7" name="Content Placeholder 6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06562" y="1447800"/>
            <a:ext cx="4685210" cy="452596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C37A5-FD84-46A5-B6C2-E41C0CF960BB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83362" y="1524001"/>
            <a:ext cx="5029200" cy="449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Simulation of Routing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pic>
        <p:nvPicPr>
          <p:cNvPr id="11" name="Content Placeholder 10" descr="sim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687762" y="1524000"/>
            <a:ext cx="6019800" cy="43735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Controlling with Smartphone</a:t>
            </a:r>
            <a:endParaRPr lang="en-US" b="1" dirty="0"/>
          </a:p>
        </p:txBody>
      </p:sp>
      <p:pic>
        <p:nvPicPr>
          <p:cNvPr id="6" name="Content Placeholder 5" descr="241520726_220649660045976_4010689672285579811_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40162" y="1600200"/>
            <a:ext cx="5562600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Coding for Fire</a:t>
            </a:r>
            <a:endParaRPr lang="en-US" b="1" dirty="0"/>
          </a:p>
        </p:txBody>
      </p:sp>
      <p:pic>
        <p:nvPicPr>
          <p:cNvPr id="8" name="Content Placeholder 7" descr="241574732_391805985641993_8149788482500648640_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364147" y="1600200"/>
            <a:ext cx="4617818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Coding For Controlling Security</a:t>
            </a:r>
            <a:endParaRPr lang="en-US" b="1" dirty="0"/>
          </a:p>
        </p:txBody>
      </p:sp>
      <p:pic>
        <p:nvPicPr>
          <p:cNvPr id="6" name="Content Placeholder 5" descr="241502331_393247575699535_1618330804865783250_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40162" y="1600200"/>
            <a:ext cx="5791200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Pairing for Portable Music Player</a:t>
            </a:r>
            <a:endParaRPr lang="en-US" b="1" dirty="0"/>
          </a:p>
        </p:txBody>
      </p:sp>
      <p:pic>
        <p:nvPicPr>
          <p:cNvPr id="6" name="Content Placeholder 5" descr="241520490_907505223180288_5235412968277507544_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382962" y="1600200"/>
            <a:ext cx="6321476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000" dirty="0" smtClean="0"/>
              <a:t>During the implementation of these protocols, the main problems we have encountered are, </a:t>
            </a:r>
            <a:endParaRPr lang="en-US" sz="2000" dirty="0" smtClean="0"/>
          </a:p>
          <a:p>
            <a:pPr algn="just"/>
            <a:r>
              <a:rPr lang="en-US" sz="2000" dirty="0" smtClean="0"/>
              <a:t>E</a:t>
            </a:r>
            <a:r>
              <a:rPr lang="en-US" sz="2000" dirty="0" smtClean="0"/>
              <a:t>ach </a:t>
            </a:r>
            <a:r>
              <a:rPr lang="en-US" sz="2000" dirty="0" smtClean="0"/>
              <a:t>and every small step should be thoroughly examined. Otherwise, errors may be found requires a lot of time and patience. </a:t>
            </a:r>
            <a:endParaRPr lang="en-US" sz="2000" dirty="0" smtClean="0"/>
          </a:p>
          <a:p>
            <a:pPr algn="just"/>
            <a:r>
              <a:rPr lang="en-US" sz="2000" dirty="0" smtClean="0"/>
              <a:t>So</a:t>
            </a:r>
            <a:r>
              <a:rPr lang="en-US" sz="2000" dirty="0" smtClean="0"/>
              <a:t>, we didn’t take too many numbers keep connections and projects </a:t>
            </a:r>
            <a:r>
              <a:rPr lang="en-US" sz="2000" dirty="0" smtClean="0"/>
              <a:t>simple.</a:t>
            </a:r>
          </a:p>
          <a:p>
            <a:pPr algn="just"/>
            <a:r>
              <a:rPr lang="en-US" sz="2000" dirty="0" smtClean="0"/>
              <a:t>However</a:t>
            </a:r>
            <a:r>
              <a:rPr lang="en-US" sz="2000" dirty="0" smtClean="0"/>
              <a:t>, it may be possible to implement it. It turns into a large network and gains benefits.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8988-A795-45A8-BD7E-0A95C08E8CC6}" type="datetime1">
              <a:rPr lang="en-US" smtClean="0"/>
              <a:pPr/>
              <a:t>3/12/2022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ank You HD Stock Images | Shutterstock">
            <a:extLst>
              <a:ext uri="{FF2B5EF4-FFF2-40B4-BE49-F238E27FC236}">
                <a16:creationId xmlns:a16="http://schemas.microsoft.com/office/drawing/2014/main" xmlns="" id="{E3E6BD38-E7AA-4DDF-BF6C-4F9B860AD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1685" b="10256"/>
          <a:stretch/>
        </p:blipFill>
        <p:spPr bwMode="auto">
          <a:xfrm>
            <a:off x="3001962" y="1219200"/>
            <a:ext cx="74104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2902C8A-12E3-4471-81EA-D87C5CF9291B}"/>
              </a:ext>
            </a:extLst>
          </p:cNvPr>
          <p:cNvSpPr txBox="1"/>
          <p:nvPr/>
        </p:nvSpPr>
        <p:spPr>
          <a:xfrm>
            <a:off x="3078162" y="4343400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05F2C"/>
                </a:solidFill>
              </a:rPr>
              <a:t>Be Safe &amp; Get Vaccinated ASAP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C3C2ABB-0EC3-4AB4-AA36-FCDAF437B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33150" y="0"/>
            <a:ext cx="1019175" cy="1069574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3FFE-B658-4481-9FB7-9726D97CB435}" type="datetime1">
              <a:rPr lang="en-US" smtClean="0">
                <a:solidFill>
                  <a:schemeClr val="bg1"/>
                </a:solidFill>
              </a:rPr>
              <a:pPr/>
              <a:t>3/12/2022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5FD5-0F2D-4BAC-80CE-EBB1AFBA8C58}" type="slidenum">
              <a:rPr lang="en-US" smtClean="0">
                <a:solidFill>
                  <a:schemeClr val="tx1"/>
                </a:solidFill>
              </a:rPr>
              <a:pPr/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320</Words>
  <Application>Microsoft Office PowerPoint</Application>
  <PresentationFormat>Custom</PresentationFormat>
  <Paragraphs>91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Smart Office with IoT</vt:lpstr>
      <vt:lpstr>Contents</vt:lpstr>
      <vt:lpstr>Introduction</vt:lpstr>
      <vt:lpstr>Overall Scenario</vt:lpstr>
      <vt:lpstr>Computer Configuration</vt:lpstr>
      <vt:lpstr>Mail Configuration</vt:lpstr>
      <vt:lpstr>DNS Configuration</vt:lpstr>
      <vt:lpstr>FTP Configuration</vt:lpstr>
      <vt:lpstr>Serial &amp; FastEthernet Configuration</vt:lpstr>
      <vt:lpstr>Routing RIP Configuration</vt:lpstr>
      <vt:lpstr>Message Success Checking</vt:lpstr>
      <vt:lpstr>FTP Output</vt:lpstr>
      <vt:lpstr>Simulation of Routing</vt:lpstr>
      <vt:lpstr>Controlling with Smartphone</vt:lpstr>
      <vt:lpstr>Coding for Fire</vt:lpstr>
      <vt:lpstr>Coding For Controlling Security</vt:lpstr>
      <vt:lpstr>Pairing for Portable Music Player</vt:lpstr>
      <vt:lpstr>Conclusion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10</cp:revision>
  <dcterms:created xsi:type="dcterms:W3CDTF">2021-09-03T04:12:38Z</dcterms:created>
  <dcterms:modified xsi:type="dcterms:W3CDTF">2022-03-12T03:46:39Z</dcterms:modified>
</cp:coreProperties>
</file>